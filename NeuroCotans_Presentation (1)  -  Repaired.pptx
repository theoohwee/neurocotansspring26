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854"/>
    <p:restoredTop sz="94610"/>
  </p:normalViewPr>
  <p:slideViewPr>
    <p:cSldViewPr snapToGrid="0" snapToObjects="1">
      <p:cViewPr>
        <p:scale>
          <a:sx n="122" d="100"/>
          <a:sy n="122" d="100"/>
        </p:scale>
        <p:origin x="109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6010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73152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RESEARCH  ·  EE 28499  ·  SPRING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Uncertainty &amp; LLM-Guided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 Generation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i="1" dirty="0">
                <a:solidFill>
                  <a:srgbClr val="C99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NeuroCotans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3657600" cy="0"/>
          </a:xfrm>
          <a:prstGeom prst="line">
            <a:avLst/>
          </a:prstGeom>
          <a:noFill/>
          <a:ln w="1905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3492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5285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 Tomashpayev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5577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534924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0" y="5285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Toros Arikan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0" y="5577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 ·  Wireless Institute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6172200"/>
            <a:ext cx="11091672" cy="0"/>
          </a:xfrm>
          <a:prstGeom prst="line">
            <a:avLst/>
          </a:prstGeom>
          <a:noFill/>
          <a:ln w="9525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5" name="Text 11"/>
          <p:cNvSpPr/>
          <p:nvPr/>
        </p:nvSpPr>
        <p:spPr>
          <a:xfrm>
            <a:off x="548640" y="63093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NOTRE DAME  ·  DEPARTMENT OF ELECTRICAL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292608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that boundary, and how sure are we?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sonar pulse goes out.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bounces off something underwater.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hear an echo.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exactly was the surface?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4892040"/>
            <a:ext cx="2743200" cy="0"/>
          </a:xfrm>
          <a:prstGeom prst="line">
            <a:avLst/>
          </a:prstGeom>
          <a:noFill/>
          <a:ln w="1905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0" name="Text 8"/>
          <p:cNvSpPr/>
          <p:nvPr/>
        </p:nvSpPr>
        <p:spPr>
          <a:xfrm>
            <a:off x="548640" y="507492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NeuroCotans answers with two numbers:  ρ (distance, 0–10 m) and θ (angle, 0–360°).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1828800"/>
            <a:ext cx="3776472" cy="41148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Shape 10"/>
          <p:cNvSpPr/>
          <p:nvPr/>
        </p:nvSpPr>
        <p:spPr>
          <a:xfrm>
            <a:off x="7863840" y="1828800"/>
            <a:ext cx="3776472" cy="54864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3" name="Shape 11"/>
          <p:cNvSpPr/>
          <p:nvPr/>
        </p:nvSpPr>
        <p:spPr>
          <a:xfrm>
            <a:off x="8503920" y="5029200"/>
            <a:ext cx="274320" cy="274320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4" name="Text 12"/>
          <p:cNvSpPr/>
          <p:nvPr/>
        </p:nvSpPr>
        <p:spPr>
          <a:xfrm>
            <a:off x="8229600" y="5349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0" y="2377440"/>
            <a:ext cx="1828800" cy="914400"/>
          </a:xfrm>
          <a:prstGeom prst="line">
            <a:avLst/>
          </a:prstGeom>
          <a:noFill/>
          <a:ln w="50800">
            <a:solidFill>
              <a:srgbClr val="E8B923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6" name="Text 14"/>
          <p:cNvSpPr/>
          <p:nvPr/>
        </p:nvSpPr>
        <p:spPr>
          <a:xfrm>
            <a:off x="10424160" y="2057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41080" y="5074920"/>
            <a:ext cx="14630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KZ"/>
          </a:p>
        </p:txBody>
      </p:sp>
      <p:sp>
        <p:nvSpPr>
          <p:cNvPr id="18" name="Text 16"/>
          <p:cNvSpPr/>
          <p:nvPr/>
        </p:nvSpPr>
        <p:spPr>
          <a:xfrm>
            <a:off x="91897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C99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ρ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366760" y="4572000"/>
            <a:ext cx="640080" cy="640080"/>
          </a:xfrm>
          <a:prstGeom prst="ellips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0" name="Text 18"/>
          <p:cNvSpPr/>
          <p:nvPr/>
        </p:nvSpPr>
        <p:spPr>
          <a:xfrm>
            <a:off x="9070848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C99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95528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distance      θ = bearing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NeuroCotans  ·  Amir Tomashpayev  ·  Spring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292608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acoustic echo to a confident prediction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237744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3152" cy="237744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7" name="Shape 5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926080"/>
            <a:ext cx="73152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749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measurement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4041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acoustic data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172968" y="2834640"/>
            <a:ext cx="192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9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3383280" y="1965960"/>
            <a:ext cx="2606040" cy="237744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4" name="Shape 11"/>
          <p:cNvSpPr/>
          <p:nvPr/>
        </p:nvSpPr>
        <p:spPr>
          <a:xfrm>
            <a:off x="3383280" y="1965960"/>
            <a:ext cx="73152" cy="237744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5" name="Shape 12"/>
          <p:cNvSpPr/>
          <p:nvPr/>
        </p:nvSpPr>
        <p:spPr>
          <a:xfrm>
            <a:off x="3703320" y="2240280"/>
            <a:ext cx="502920" cy="502920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6" name="Text 13"/>
          <p:cNvSpPr/>
          <p:nvPr/>
        </p:nvSpPr>
        <p:spPr>
          <a:xfrm>
            <a:off x="37033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2926080"/>
            <a:ext cx="731520" cy="7315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66160" y="3749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COTANS transform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566160" y="4041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101×360 heatmap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007608" y="2834640"/>
            <a:ext cx="192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9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200" dirty="0"/>
          </a:p>
        </p:txBody>
      </p:sp>
      <p:sp>
        <p:nvSpPr>
          <p:cNvPr id="21" name="Shape 17"/>
          <p:cNvSpPr/>
          <p:nvPr/>
        </p:nvSpPr>
        <p:spPr>
          <a:xfrm>
            <a:off x="6217920" y="1965960"/>
            <a:ext cx="2606040" cy="237744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2" name="Shape 18"/>
          <p:cNvSpPr/>
          <p:nvPr/>
        </p:nvSpPr>
        <p:spPr>
          <a:xfrm>
            <a:off x="6217920" y="1965960"/>
            <a:ext cx="73152" cy="237744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3" name="Shape 19"/>
          <p:cNvSpPr/>
          <p:nvPr/>
        </p:nvSpPr>
        <p:spPr>
          <a:xfrm>
            <a:off x="6537960" y="2240280"/>
            <a:ext cx="502920" cy="502920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4" name="Text 20"/>
          <p:cNvSpPr/>
          <p:nvPr/>
        </p:nvSpPr>
        <p:spPr>
          <a:xfrm>
            <a:off x="6537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180" y="2926080"/>
            <a:ext cx="731520" cy="7315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00800" y="3749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UNet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400800" y="4041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842248" y="2834640"/>
            <a:ext cx="192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9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200" dirty="0"/>
          </a:p>
        </p:txBody>
      </p:sp>
      <p:sp>
        <p:nvSpPr>
          <p:cNvPr id="29" name="Shape 24"/>
          <p:cNvSpPr/>
          <p:nvPr/>
        </p:nvSpPr>
        <p:spPr>
          <a:xfrm>
            <a:off x="9052560" y="1965960"/>
            <a:ext cx="2606040" cy="237744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0" name="Shape 25"/>
          <p:cNvSpPr/>
          <p:nvPr/>
        </p:nvSpPr>
        <p:spPr>
          <a:xfrm>
            <a:off x="9052560" y="1965960"/>
            <a:ext cx="73152" cy="237744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1" name="Shape 26"/>
          <p:cNvSpPr/>
          <p:nvPr/>
        </p:nvSpPr>
        <p:spPr>
          <a:xfrm>
            <a:off x="9372600" y="2240280"/>
            <a:ext cx="502920" cy="502920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2" name="Text 27"/>
          <p:cNvSpPr/>
          <p:nvPr/>
        </p:nvSpPr>
        <p:spPr>
          <a:xfrm>
            <a:off x="93726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9820" y="2926080"/>
            <a:ext cx="731520" cy="7315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35440" y="3749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location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9235440" y="40416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(ρ, θ) output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48640" y="4709160"/>
            <a:ext cx="2606040" cy="118872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7" name="Text 31"/>
          <p:cNvSpPr/>
          <p:nvPr/>
        </p:nvSpPr>
        <p:spPr>
          <a:xfrm>
            <a:off x="731520" y="4800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1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731520" y="5074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LLM-guided environment generation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9052560" y="4709160"/>
            <a:ext cx="2606040" cy="118872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0" name="Text 34"/>
          <p:cNvSpPr/>
          <p:nvPr/>
        </p:nvSpPr>
        <p:spPr>
          <a:xfrm>
            <a:off x="9235440" y="4800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2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9235440" y="50749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Dropout uncertainty estimation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NeuroCotans  ·  Amir Tomashpayev  ·  Spring 2026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292608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 ·  FEB – MAR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an environment valid?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874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task wasn't ML at all.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4231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boundary distance, angle, count, and separation. Generate hundreds of COTANS images. Report which configurations the network can actually read.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794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criteria I extracted became the validity ruleset I later fed to the LLM.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1828800"/>
            <a:ext cx="5029200" cy="429768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0" name="Shape 7"/>
          <p:cNvSpPr/>
          <p:nvPr/>
        </p:nvSpPr>
        <p:spPr>
          <a:xfrm>
            <a:off x="6583680" y="1828800"/>
            <a:ext cx="73152" cy="429768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0116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29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FAILURE MODE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858000" y="4343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 </a:t>
            </a: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bright peaks the network can read.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4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 </a:t>
            </a: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placed too close — peaks merge into one blurry region.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858000" y="5532120"/>
            <a:ext cx="4572000" cy="0"/>
          </a:xfrm>
          <a:prstGeom prst="line">
            <a:avLst/>
          </a:prstGeom>
          <a:noFill/>
          <a:ln w="1270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6" name="Text 11"/>
          <p:cNvSpPr/>
          <p:nvPr/>
        </p:nvSpPr>
        <p:spPr>
          <a:xfrm>
            <a:off x="6858000" y="5623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concrete validity ruleset.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NeuroCotans  ·  Amir Tomashpayev  ·  Spring 2026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0B609EB-9D64-A85A-3B83-72B52825D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2425626"/>
            <a:ext cx="4663440" cy="19177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292608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1  ·  APRIL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LLM that generates valid environments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9019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Llama via Ollama  </a:t>
            </a: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runs on the lab machine, no API.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ruleset  </a:t>
            </a: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system prompt.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 </a:t>
            </a: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straight into the simulator.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SPATIAL TESTS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4434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region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4846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4846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split  3–4 vs 7–9 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5257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60120" y="5257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sides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5669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0120" y="5669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pair, &gt; 80° apart</a:t>
            </a:r>
            <a:endParaRPr lang="en-US" sz="1300" dirty="0"/>
          </a:p>
        </p:txBody>
      </p:sp>
      <p:pic>
        <p:nvPicPr>
          <p:cNvPr id="17" name="Image 1" descr="/home/claude/work/llm_scenarios_2row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28800"/>
            <a:ext cx="5212080" cy="34564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00800" y="5349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4 LLM-generated scenarios  ·  COTANS image (left)  →  ground truth (right)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400800" y="5760720"/>
            <a:ext cx="5212080" cy="4572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0" name="Text 16"/>
          <p:cNvSpPr/>
          <p:nvPr/>
        </p:nvSpPr>
        <p:spPr>
          <a:xfrm>
            <a:off x="6400800" y="5760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scenarios on first call</a:t>
            </a:r>
            <a:r>
              <a:rPr lang="en-US" sz="11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r>
              <a:rPr lang="en-US" sz="14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~700×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slower than random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NeuroCotans  ·  Amir Tomashpayev  ·  Spring 2026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292608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2  ·  APRIL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 Dropout — uncertainty for free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9019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NeuroCotans always outputs a prediction —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never says how much to trust it.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3832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4.2 m, θ = 127° looks identical whether the network is certain or completely guessing.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434840"/>
            <a:ext cx="5669280" cy="0"/>
          </a:xfrm>
          <a:prstGeom prst="line">
            <a:avLst/>
          </a:prstGeom>
          <a:noFill/>
          <a:ln w="12700">
            <a:solidFill>
              <a:srgbClr val="D6DBE5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1" name="Text 8"/>
          <p:cNvSpPr/>
          <p:nvPr/>
        </p:nvSpPr>
        <p:spPr>
          <a:xfrm>
            <a:off x="54864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493776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dropout ON at inference.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image 30 times.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of predictions = uncertainty.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583680" y="1828800"/>
            <a:ext cx="5029200" cy="429768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4" name="Text 11"/>
          <p:cNvSpPr/>
          <p:nvPr/>
        </p:nvSpPr>
        <p:spPr>
          <a:xfrm>
            <a:off x="676656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PASSES, SAME INPUT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766560" y="260604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7" name="Shape 14"/>
          <p:cNvSpPr/>
          <p:nvPr/>
        </p:nvSpPr>
        <p:spPr>
          <a:xfrm>
            <a:off x="7827264" y="3255264"/>
            <a:ext cx="73152" cy="73152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8" name="Shape 15"/>
          <p:cNvSpPr/>
          <p:nvPr/>
        </p:nvSpPr>
        <p:spPr>
          <a:xfrm>
            <a:off x="7918704" y="3255264"/>
            <a:ext cx="73152" cy="73152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9" name="Shape 16"/>
          <p:cNvSpPr/>
          <p:nvPr/>
        </p:nvSpPr>
        <p:spPr>
          <a:xfrm>
            <a:off x="7872984" y="3300984"/>
            <a:ext cx="73152" cy="73152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0" name="Shape 17"/>
          <p:cNvSpPr/>
          <p:nvPr/>
        </p:nvSpPr>
        <p:spPr>
          <a:xfrm>
            <a:off x="7836408" y="3346704"/>
            <a:ext cx="73152" cy="73152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1" name="Shape 18"/>
          <p:cNvSpPr/>
          <p:nvPr/>
        </p:nvSpPr>
        <p:spPr>
          <a:xfrm>
            <a:off x="7927848" y="3337560"/>
            <a:ext cx="73152" cy="73152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2" name="Shape 19"/>
          <p:cNvSpPr/>
          <p:nvPr/>
        </p:nvSpPr>
        <p:spPr>
          <a:xfrm>
            <a:off x="7808976" y="3300984"/>
            <a:ext cx="73152" cy="73152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3" name="Shape 20"/>
          <p:cNvSpPr/>
          <p:nvPr/>
        </p:nvSpPr>
        <p:spPr>
          <a:xfrm>
            <a:off x="7946136" y="3282696"/>
            <a:ext cx="73152" cy="73152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4" name="Shape 21"/>
          <p:cNvSpPr/>
          <p:nvPr/>
        </p:nvSpPr>
        <p:spPr>
          <a:xfrm>
            <a:off x="7854696" y="3227832"/>
            <a:ext cx="73152" cy="73152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5" name="Shape 22"/>
          <p:cNvSpPr/>
          <p:nvPr/>
        </p:nvSpPr>
        <p:spPr>
          <a:xfrm>
            <a:off x="7900416" y="3364992"/>
            <a:ext cx="73152" cy="73152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6" name="Shape 23"/>
          <p:cNvSpPr/>
          <p:nvPr/>
        </p:nvSpPr>
        <p:spPr>
          <a:xfrm>
            <a:off x="7818120" y="3273552"/>
            <a:ext cx="73152" cy="73152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7" name="Shape 24"/>
          <p:cNvSpPr/>
          <p:nvPr/>
        </p:nvSpPr>
        <p:spPr>
          <a:xfrm>
            <a:off x="7891272" y="3319272"/>
            <a:ext cx="73152" cy="73152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8" name="Shape 25"/>
          <p:cNvSpPr/>
          <p:nvPr/>
        </p:nvSpPr>
        <p:spPr>
          <a:xfrm>
            <a:off x="7845552" y="3337560"/>
            <a:ext cx="73152" cy="73152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9" name="Shape 26"/>
          <p:cNvSpPr/>
          <p:nvPr/>
        </p:nvSpPr>
        <p:spPr>
          <a:xfrm>
            <a:off x="7909560" y="3246120"/>
            <a:ext cx="73152" cy="73152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0" name="Shape 27"/>
          <p:cNvSpPr/>
          <p:nvPr/>
        </p:nvSpPr>
        <p:spPr>
          <a:xfrm>
            <a:off x="7872984" y="3236976"/>
            <a:ext cx="73152" cy="73152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1" name="Shape 28"/>
          <p:cNvSpPr/>
          <p:nvPr/>
        </p:nvSpPr>
        <p:spPr>
          <a:xfrm>
            <a:off x="7827264" y="3355848"/>
            <a:ext cx="73152" cy="73152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2" name="Text 29"/>
          <p:cNvSpPr/>
          <p:nvPr/>
        </p:nvSpPr>
        <p:spPr>
          <a:xfrm>
            <a:off x="914400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B4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144000" y="260604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4" name="Shape 31"/>
          <p:cNvSpPr/>
          <p:nvPr/>
        </p:nvSpPr>
        <p:spPr>
          <a:xfrm>
            <a:off x="9701784" y="302666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5" name="Shape 32"/>
          <p:cNvSpPr/>
          <p:nvPr/>
        </p:nvSpPr>
        <p:spPr>
          <a:xfrm>
            <a:off x="10707624" y="293522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6" name="Shape 33"/>
          <p:cNvSpPr/>
          <p:nvPr/>
        </p:nvSpPr>
        <p:spPr>
          <a:xfrm>
            <a:off x="10067544" y="375818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7" name="Shape 34"/>
          <p:cNvSpPr/>
          <p:nvPr/>
        </p:nvSpPr>
        <p:spPr>
          <a:xfrm>
            <a:off x="10890504" y="348386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8" name="Shape 35"/>
          <p:cNvSpPr/>
          <p:nvPr/>
        </p:nvSpPr>
        <p:spPr>
          <a:xfrm>
            <a:off x="9610344" y="339242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9" name="Shape 36"/>
          <p:cNvSpPr/>
          <p:nvPr/>
        </p:nvSpPr>
        <p:spPr>
          <a:xfrm>
            <a:off x="10524744" y="384962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0" name="Shape 37"/>
          <p:cNvSpPr/>
          <p:nvPr/>
        </p:nvSpPr>
        <p:spPr>
          <a:xfrm>
            <a:off x="9884664" y="284378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1" name="Shape 38"/>
          <p:cNvSpPr/>
          <p:nvPr/>
        </p:nvSpPr>
        <p:spPr>
          <a:xfrm>
            <a:off x="10799064" y="320954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2" name="Shape 39"/>
          <p:cNvSpPr/>
          <p:nvPr/>
        </p:nvSpPr>
        <p:spPr>
          <a:xfrm>
            <a:off x="10250424" y="275234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3" name="Shape 40"/>
          <p:cNvSpPr/>
          <p:nvPr/>
        </p:nvSpPr>
        <p:spPr>
          <a:xfrm>
            <a:off x="9793224" y="366674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4" name="Shape 41"/>
          <p:cNvSpPr/>
          <p:nvPr/>
        </p:nvSpPr>
        <p:spPr>
          <a:xfrm>
            <a:off x="10433304" y="330098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5" name="Shape 42"/>
          <p:cNvSpPr/>
          <p:nvPr/>
        </p:nvSpPr>
        <p:spPr>
          <a:xfrm>
            <a:off x="10158984" y="311810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6" name="Shape 43"/>
          <p:cNvSpPr/>
          <p:nvPr/>
        </p:nvSpPr>
        <p:spPr>
          <a:xfrm>
            <a:off x="10616184" y="366674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7" name="Shape 44"/>
          <p:cNvSpPr/>
          <p:nvPr/>
        </p:nvSpPr>
        <p:spPr>
          <a:xfrm>
            <a:off x="9976104" y="348386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8" name="Shape 45"/>
          <p:cNvSpPr/>
          <p:nvPr/>
        </p:nvSpPr>
        <p:spPr>
          <a:xfrm>
            <a:off x="10341864" y="375818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49" name="Shape 46"/>
          <p:cNvSpPr/>
          <p:nvPr/>
        </p:nvSpPr>
        <p:spPr>
          <a:xfrm>
            <a:off x="9701784" y="375818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50" name="Shape 47"/>
          <p:cNvSpPr/>
          <p:nvPr/>
        </p:nvSpPr>
        <p:spPr>
          <a:xfrm>
            <a:off x="10890504" y="302666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51" name="Shape 48"/>
          <p:cNvSpPr/>
          <p:nvPr/>
        </p:nvSpPr>
        <p:spPr>
          <a:xfrm>
            <a:off x="10067544" y="293522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52" name="Shape 49"/>
          <p:cNvSpPr/>
          <p:nvPr/>
        </p:nvSpPr>
        <p:spPr>
          <a:xfrm>
            <a:off x="10707624" y="330098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53" name="Shape 50"/>
          <p:cNvSpPr/>
          <p:nvPr/>
        </p:nvSpPr>
        <p:spPr>
          <a:xfrm>
            <a:off x="10250424" y="3575304"/>
            <a:ext cx="73152" cy="73152"/>
          </a:xfrm>
          <a:prstGeom prst="ellipse">
            <a:avLst/>
          </a:prstGeom>
          <a:solidFill>
            <a:srgbClr val="B43E3E"/>
          </a:solidFill>
          <a:ln w="12700">
            <a:solidFill>
              <a:srgbClr val="B43E3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54" name="Shape 51"/>
          <p:cNvSpPr/>
          <p:nvPr/>
        </p:nvSpPr>
        <p:spPr>
          <a:xfrm>
            <a:off x="6766560" y="4343400"/>
            <a:ext cx="4663440" cy="16002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526280"/>
            <a:ext cx="365760" cy="365760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7406640" y="4544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RETRAINING</a:t>
            </a:r>
            <a:endParaRPr lang="en-US" sz="1100" dirty="0"/>
          </a:p>
        </p:txBody>
      </p:sp>
      <p:sp>
        <p:nvSpPr>
          <p:cNvPr id="57" name="Text 53"/>
          <p:cNvSpPr/>
          <p:nvPr/>
        </p:nvSpPr>
        <p:spPr>
          <a:xfrm>
            <a:off x="6949440" y="49377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UNet already has 18 Dropout2d layers. Three lines flip them on at inference.</a:t>
            </a:r>
            <a:endParaRPr lang="en-US" sz="1200" dirty="0"/>
          </a:p>
        </p:txBody>
      </p:sp>
      <p:sp>
        <p:nvSpPr>
          <p:cNvPr id="58" name="Text 5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NeuroCotans  ·  Amir Tomashpayev  ·  Spring 2026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292608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2  ·  EXPERIMENT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Uncertainty predicts error</a:t>
            </a:r>
            <a:endParaRPr lang="en-US" sz="3200" dirty="0"/>
          </a:p>
        </p:txBody>
      </p:sp>
      <p:pic>
        <p:nvPicPr>
          <p:cNvPr id="5" name="Image 0" descr="/home/claude/work/uncertainty_vs_error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120640" cy="41330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1828800"/>
            <a:ext cx="5486400" cy="141732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7" name="Shape 4"/>
          <p:cNvSpPr/>
          <p:nvPr/>
        </p:nvSpPr>
        <p:spPr>
          <a:xfrm>
            <a:off x="6126480" y="1828800"/>
            <a:ext cx="73152" cy="141732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8" name="Text 5"/>
          <p:cNvSpPr/>
          <p:nvPr/>
        </p:nvSpPr>
        <p:spPr>
          <a:xfrm>
            <a:off x="6355080" y="1965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55080" y="2286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environments  ·  30 MC passes each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55080" y="265176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image, plot the spread of the 30 predictions against the actual error vs ground truth.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3429000"/>
            <a:ext cx="5486400" cy="24688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Shape 9"/>
          <p:cNvSpPr/>
          <p:nvPr/>
        </p:nvSpPr>
        <p:spPr>
          <a:xfrm>
            <a:off x="6126480" y="3429000"/>
            <a:ext cx="5486400" cy="73152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3" name="Text 10"/>
          <p:cNvSpPr/>
          <p:nvPr/>
        </p:nvSpPr>
        <p:spPr>
          <a:xfrm>
            <a:off x="6355080" y="3611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55080" y="393192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0.83</a:t>
            </a:r>
            <a:endParaRPr lang="en-US" sz="6400" dirty="0"/>
          </a:p>
        </p:txBody>
      </p:sp>
      <p:sp>
        <p:nvSpPr>
          <p:cNvPr id="15" name="Shape 12"/>
          <p:cNvSpPr/>
          <p:nvPr/>
        </p:nvSpPr>
        <p:spPr>
          <a:xfrm>
            <a:off x="6355080" y="5212080"/>
            <a:ext cx="5029200" cy="0"/>
          </a:xfrm>
          <a:prstGeom prst="line">
            <a:avLst/>
          </a:prstGeom>
          <a:noFill/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6" name="Text 13"/>
          <p:cNvSpPr/>
          <p:nvPr/>
        </p:nvSpPr>
        <p:spPr>
          <a:xfrm>
            <a:off x="6355080" y="53492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reliably signals when it will be wrong.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NeuroCotans  ·  Amir Tomashpayev  ·  Spring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292608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2  ·  EXPERIMENT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in the image is the network unsure?</a:t>
            </a:r>
            <a:endParaRPr lang="en-US" sz="3200" dirty="0"/>
          </a:p>
        </p:txBody>
      </p:sp>
      <p:pic>
        <p:nvPicPr>
          <p:cNvPr id="5" name="Image 0" descr="/home/claude/work/segmentation_variance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8229600" cy="3849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68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COLUMNS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006840" y="219456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COTANS input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heatmap fed to the network.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prediction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30 segmentations.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Pixel-wise std dev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where the network is unsure.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= 0.6 m·°</a:t>
            </a:r>
            <a:r>
              <a:rPr lang="en-US" sz="12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r>
              <a:rPr lang="en-US" sz="1200" b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row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= 59.6 m·°</a:t>
            </a:r>
            <a:r>
              <a:rPr lang="en-US" sz="12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r>
              <a:rPr lang="en-US" sz="1200" i="1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same weights, no retraining.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NeuroCotans  ·  Amir Tomashpayev  ·  Spring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4592" cy="292608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takeaways  ·  Live demo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943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73152" cy="196596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understand domain rules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won't outpace simple random sampling in a well-constrained parameter space. Useful as a steerable interface, not a speed-up.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943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73152" cy="196596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2" name="Text 10"/>
          <p:cNvSpPr/>
          <p:nvPr/>
        </p:nvSpPr>
        <p:spPr>
          <a:xfrm>
            <a:off x="7772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44348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trained model already knew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49377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uncertainty information was sitting inside the existing UNet — extractable at zero retraining cost, including OOD detection.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1874520"/>
            <a:ext cx="4754880" cy="4114800"/>
          </a:xfrm>
          <a:prstGeom prst="rect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16" name="Text 14"/>
          <p:cNvSpPr/>
          <p:nvPr/>
        </p:nvSpPr>
        <p:spPr>
          <a:xfrm>
            <a:off x="708660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86600" y="2423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app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7086600" y="3017520"/>
            <a:ext cx="4206240" cy="0"/>
          </a:xfrm>
          <a:prstGeom prst="line">
            <a:avLst/>
          </a:prstGeom>
          <a:noFill/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246120"/>
            <a:ext cx="292608" cy="29260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49808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SNR slider</a:t>
            </a:r>
            <a:endParaRPr lang="en-US" sz="13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703320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9808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new environment</a:t>
            </a:r>
            <a:endParaRPr lang="en-US" sz="13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4160520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49808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uncertainty react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086600" y="4846320"/>
            <a:ext cx="777240" cy="777240"/>
          </a:xfrm>
          <a:prstGeom prst="ellipse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6" name="Text 21"/>
          <p:cNvSpPr/>
          <p:nvPr/>
        </p:nvSpPr>
        <p:spPr>
          <a:xfrm>
            <a:off x="7086600" y="4846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600" dirty="0"/>
          </a:p>
        </p:txBody>
      </p:sp>
      <p:sp>
        <p:nvSpPr>
          <p:cNvPr id="27" name="Text 22"/>
          <p:cNvSpPr/>
          <p:nvPr/>
        </p:nvSpPr>
        <p:spPr>
          <a:xfrm>
            <a:off x="8001000" y="50749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amir/streamlit_demo.py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9525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KZ"/>
          </a:p>
        </p:txBody>
      </p:sp>
      <p:sp>
        <p:nvSpPr>
          <p:cNvPr id="29" name="Text 24"/>
          <p:cNvSpPr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E8B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742</Words>
  <Application>Microsoft Macintosh PowerPoint</Application>
  <PresentationFormat>Widescreen</PresentationFormat>
  <Paragraphs>144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NeuroCotans — Uncertainty &amp; LLM-Guided Environments</dc:title>
  <dc:subject>PptxGenJS Presentation</dc:subject>
  <dc:creator>Amir Tomashpayev</dc:creator>
  <cp:lastModifiedBy>Amir Tomashpayev</cp:lastModifiedBy>
  <cp:revision>2</cp:revision>
  <dcterms:created xsi:type="dcterms:W3CDTF">2026-05-04T22:36:41Z</dcterms:created>
  <dcterms:modified xsi:type="dcterms:W3CDTF">2026-05-04T23:53:16Z</dcterms:modified>
</cp:coreProperties>
</file>